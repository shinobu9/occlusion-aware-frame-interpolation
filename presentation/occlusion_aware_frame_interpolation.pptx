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the video to play in slide-show mode. Left: fixed 50/50 baseline. Center: our learned mask. Right: ground truth. Three held-out triplets shown slowly; this is not a continuous high-frame-rate video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References:</a:t>
            </a:r>
          </a:p>
          <a:p>
            <a:r>
              <a:t>https://research.nvidia.com/publication/2018-06_super-slomo-high-quality-estimation-multiple-intermediate-frames-video</a:t>
            </a:r>
          </a:p>
          <a:p>
            <a:r>
              <a:t>https://arxiv.org/abs/2003.05534</a:t>
            </a:r>
          </a:p>
          <a:p>
            <a:r>
              <a:t>https://arxiv.org/abs/2011.06294</a:t>
            </a:r>
          </a:p>
          <a:p>
            <a:r>
              <a:t>https://arxiv.org/abs/2003.12039</a:t>
            </a:r>
          </a:p>
          <a:p>
            <a:r>
              <a:t>https://arxiv.org/abs/2210.02747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pic>
        <p:nvPicPr>
          <p:cNvPr id="3" name="Embedded demo — baseline / our learned mask / ground truth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31520" y="2633472"/>
            <a:ext cx="13167360" cy="32918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